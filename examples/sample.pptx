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2023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410</c:v>
                </c:pt>
                <c:pt idx="1">
                  <c:v>520</c:v>
                </c:pt>
                <c:pt idx="2">
                  <c:v>640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simple landscape: mountains and a hill under a sun. Used to try out cappv1.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Enrolment by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Enrolment rose every year from 2021 to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64592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0" y="182880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Students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0" y="1645920"/>
          <a:ext cx="667512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